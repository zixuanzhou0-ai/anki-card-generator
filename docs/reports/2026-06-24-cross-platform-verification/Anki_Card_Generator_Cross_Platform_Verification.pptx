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0fed8b52940d5" /><Relationship Type="http://schemas.openxmlformats.org/officeDocument/2006/relationships/extended-properties" Target="/docProps/app.xml" Id="R6a44bacd0a344c0a" /><Relationship Type="http://schemas.openxmlformats.org/officeDocument/2006/relationships/officeDocument" Target="/ppt/presentation.xml" Id="R8f9c93af6b97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6aa6be9c094f2c"/>
  </p:sldMasterIdLst>
  <p:notesMasterIdLst>
    <p:notesMasterId xmlns:r="http://schemas.openxmlformats.org/officeDocument/2006/relationships" r:id="R74ecda6644c04888"/>
  </p:notesMasterIdLst>
  <p:sldIdLst>
    <p:sldId xmlns:r="http://schemas.openxmlformats.org/officeDocument/2006/relationships" id="256" r:id="R01e4759a0c944184"/>
    <p:sldId xmlns:r="http://schemas.openxmlformats.org/officeDocument/2006/relationships" id="257" r:id="Rfe084945b086405a"/>
    <p:sldId xmlns:r="http://schemas.openxmlformats.org/officeDocument/2006/relationships" id="258" r:id="R328d109fa0234ca1"/>
    <p:sldId xmlns:r="http://schemas.openxmlformats.org/officeDocument/2006/relationships" id="259" r:id="Rb964bc0483cc439c"/>
    <p:sldId xmlns:r="http://schemas.openxmlformats.org/officeDocument/2006/relationships" id="260" r:id="Re880c9914fc04d3e"/>
    <p:sldId xmlns:r="http://schemas.openxmlformats.org/officeDocument/2006/relationships" id="261" r:id="R486951de627b4191"/>
    <p:sldId xmlns:r="http://schemas.openxmlformats.org/officeDocument/2006/relationships" id="262" r:id="R9ac04de3a3c44b0f"/>
    <p:sldId xmlns:r="http://schemas.openxmlformats.org/officeDocument/2006/relationships" id="263" r:id="R60d40a0d82b44b31"/>
    <p:sldId xmlns:r="http://schemas.openxmlformats.org/officeDocument/2006/relationships" id="264" r:id="R286fcadf2c2741bf"/>
    <p:sldId xmlns:r="http://schemas.openxmlformats.org/officeDocument/2006/relationships" id="265" r:id="Ra2f8549e129c4c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16d2d29c144aa0" /><Relationship Type="http://schemas.openxmlformats.org/officeDocument/2006/relationships/slideMaster" Target="/ppt/slideMasters/slideMaster1.xml" Id="R426aa6be9c094f2c" /><Relationship Type="http://schemas.openxmlformats.org/officeDocument/2006/relationships/notesMaster" Target="/ppt/notesMasters/notesMaster1.xml" Id="R74ecda6644c04888" /><Relationship Type="http://schemas.openxmlformats.org/officeDocument/2006/relationships/presProps" Target="/ppt/presProps.xml" Id="R313951114ff34419" /><Relationship Type="http://schemas.openxmlformats.org/officeDocument/2006/relationships/tableStyles" Target="/ppt/tableStyles.xml" Id="R41abbf7e3e324037" /><Relationship Type="http://schemas.openxmlformats.org/officeDocument/2006/relationships/slide" Target="/ppt/slides/slide1.xml" Id="R01e4759a0c944184" /><Relationship Type="http://schemas.openxmlformats.org/officeDocument/2006/relationships/slide" Target="/ppt/slides/slide2.xml" Id="Rfe084945b086405a" /><Relationship Type="http://schemas.openxmlformats.org/officeDocument/2006/relationships/slide" Target="/ppt/slides/slide3.xml" Id="R328d109fa0234ca1" /><Relationship Type="http://schemas.openxmlformats.org/officeDocument/2006/relationships/slide" Target="/ppt/slides/slide4.xml" Id="Rb964bc0483cc439c" /><Relationship Type="http://schemas.openxmlformats.org/officeDocument/2006/relationships/slide" Target="/ppt/slides/slide5.xml" Id="Re880c9914fc04d3e" /><Relationship Type="http://schemas.openxmlformats.org/officeDocument/2006/relationships/slide" Target="/ppt/slides/slide6.xml" Id="R486951de627b4191" /><Relationship Type="http://schemas.openxmlformats.org/officeDocument/2006/relationships/slide" Target="/ppt/slides/slide7.xml" Id="R9ac04de3a3c44b0f" /><Relationship Type="http://schemas.openxmlformats.org/officeDocument/2006/relationships/slide" Target="/ppt/slides/slide8.xml" Id="R60d40a0d82b44b31" /><Relationship Type="http://schemas.openxmlformats.org/officeDocument/2006/relationships/slide" Target="/ppt/slides/slide9.xml" Id="R286fcadf2c2741bf" /><Relationship Type="http://schemas.openxmlformats.org/officeDocument/2006/relationships/slide" Target="/ppt/slides/slide10.xml" Id="Ra2f8549e129c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4e09bbd37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894aa63ee41aa" /><Relationship Type="http://schemas.openxmlformats.org/officeDocument/2006/relationships/notesMaster" Target="/ppt/notesMasters/notesMaster1.xml" Id="R4abcf110f000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4ae4821a94b52" /><Relationship Type="http://schemas.openxmlformats.org/officeDocument/2006/relationships/notesMaster" Target="/ppt/notesMasters/notesMaster1.xml" Id="R48b6116fdd5643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f8ffe9c7fb4767" /><Relationship Type="http://schemas.openxmlformats.org/officeDocument/2006/relationships/notesMaster" Target="/ppt/notesMasters/notesMaster1.xml" Id="Re20f610a3a37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daf49ba7e4476a" /><Relationship Type="http://schemas.openxmlformats.org/officeDocument/2006/relationships/notesMaster" Target="/ppt/notesMasters/notesMaster1.xml" Id="R1fc57098faa9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f1bc5764584b02" /><Relationship Type="http://schemas.openxmlformats.org/officeDocument/2006/relationships/notesMaster" Target="/ppt/notesMasters/notesMaster1.xml" Id="R917f11e0cc88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5744799d14534" /><Relationship Type="http://schemas.openxmlformats.org/officeDocument/2006/relationships/notesMaster" Target="/ppt/notesMasters/notesMaster1.xml" Id="Rf3e0bd66552d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52c87cef774cc9" /><Relationship Type="http://schemas.openxmlformats.org/officeDocument/2006/relationships/notesMaster" Target="/ppt/notesMasters/notesMaster1.xml" Id="R8863f820ae8346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9355385714d27" /><Relationship Type="http://schemas.openxmlformats.org/officeDocument/2006/relationships/notesMaster" Target="/ppt/notesMasters/notesMaster1.xml" Id="R5f75747618fe4e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6c9db9df164a2a" /><Relationship Type="http://schemas.openxmlformats.org/officeDocument/2006/relationships/notesMaster" Target="/ppt/notesMasters/notesMaster1.xml" Id="R8ed4005538bd47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a4b05a91914979" /><Relationship Type="http://schemas.openxmlformats.org/officeDocument/2006/relationships/notesMaster" Target="/ppt/notesMasters/notesMaster1.xml" Id="R1d389f08190a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45fce8eab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7fe65d9c4a4a4b" /><Relationship Type="http://schemas.openxmlformats.org/officeDocument/2006/relationships/slideLayout" Target="/ppt/slideLayouts/slideLayout1.xml" Id="R9b154f693091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54f693091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228fcced44fe5" /><Relationship Type="http://schemas.openxmlformats.org/officeDocument/2006/relationships/image" Target="/ppt/media/image.png" Id="R1b555b84d4af4d6c" /><Relationship Type="http://schemas.openxmlformats.org/officeDocument/2006/relationships/notesSlide" Target="/ppt/notesSlides/notesSlide1.xml" Id="Rd77fa5a13924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6a2d412b4d11" /><Relationship Type="http://schemas.openxmlformats.org/officeDocument/2006/relationships/notesSlide" Target="/ppt/notesSlides/notesSlide2.xml" Id="Rce2214567ef3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9e21d38804ede" /><Relationship Type="http://schemas.openxmlformats.org/officeDocument/2006/relationships/notesSlide" Target="/ppt/notesSlides/notesSlide3.xml" Id="R311b783d765a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00374f3064b77" /><Relationship Type="http://schemas.openxmlformats.org/officeDocument/2006/relationships/notesSlide" Target="/ppt/notesSlides/notesSlide4.xml" Id="Rb5cb0711af254b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783430f01493c" /><Relationship Type="http://schemas.openxmlformats.org/officeDocument/2006/relationships/image" Target="/ppt/media/image2.png" Id="Rcdc61cbb8d8840cb" /><Relationship Type="http://schemas.openxmlformats.org/officeDocument/2006/relationships/image" Target="/ppt/media/image3.png" Id="Re5ac79c1e0f44355" /><Relationship Type="http://schemas.openxmlformats.org/officeDocument/2006/relationships/image" Target="/ppt/media/image4.png" Id="R0c7b7939a9254511" /><Relationship Type="http://schemas.openxmlformats.org/officeDocument/2006/relationships/notesSlide" Target="/ppt/notesSlides/notesSlide5.xml" Id="R3281d2a1043f48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ce4558b7640eb" /><Relationship Type="http://schemas.openxmlformats.org/officeDocument/2006/relationships/image" Target="/ppt/media/image.jpeg" Id="R20528bd138004ee4" /><Relationship Type="http://schemas.openxmlformats.org/officeDocument/2006/relationships/notesSlide" Target="/ppt/notesSlides/notesSlide6.xml" Id="Rca75fbe9fabb4a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c1798bf5d4e91" /><Relationship Type="http://schemas.openxmlformats.org/officeDocument/2006/relationships/notesSlide" Target="/ppt/notesSlides/notesSlide7.xml" Id="R8dbd47b576b8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f0f1201e4521" /><Relationship Type="http://schemas.openxmlformats.org/officeDocument/2006/relationships/notesSlide" Target="/ppt/notesSlides/notesSlide8.xml" Id="Rca02364e3a7c4c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19fda78f746f7" /><Relationship Type="http://schemas.openxmlformats.org/officeDocument/2006/relationships/notesSlide" Target="/ppt/notesSlides/notesSlide9.xml" Id="Raad935a5319d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ad2f38611471f" /><Relationship Type="http://schemas.openxmlformats.org/officeDocument/2006/relationships/notesSlide" Target="/ppt/notesSlides/notesSlide10.xml" Id="R3e3dce4ec1c74d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2BB06-ED27-46A1-9A69-1EB413A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2545"/>
                </a:solidFill>
              </a:defRPr>
            </a:pPr>
            <a:r>
              <a:rPr sz="4350" b="1">
                <a:solidFill>
                  <a:srgbClr val="0B2545"/>
                </a:solidFill>
              </a:rPr>
              <a:t>Anki 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4E0CA-F8BF-42B0-BEC3-981CCFD9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DCE71-D3AA-429C-8816-DEBB2346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v0.9.4-beta release verification, Windows desktop readiness, and Browser + Local Helper roadmap.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5B2C-3800-4946-AFEF-549363D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200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5b84d4af4d6c"/>
          <a:stretch xmlns:a="http://schemas.openxmlformats.org/drawingml/2006/main"/>
        </p:blipFill>
        <p:spPr>
          <a:xfrm xmlns:a="http://schemas.openxmlformats.org/drawingml/2006/main">
            <a:off x="7277100" y="1265237"/>
            <a:ext cx="3543300" cy="2460625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6BA22-DFE5-4678-909A-09BB80C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Current conclusion: public Windows beta is usable; browser product remains a separate planned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8C574-7255-4F8B-9322-CAEABA0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D3AB1-A7B1-42DD-85B7-4F2ACC2F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8562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626A7-B2F3-4A82-9E24-D39623DF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B5E7-B56D-4FD8-9BCD-4FCF7AE4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Release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E888-9516-4776-90A9-62BB46A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core product is ready for Windows beta users. The only limited item is installed WebView2 CDP automation, which is observability, not a product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292CA-238E-49A1-A1E7-1354E0E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9F9C3-7D8C-4D92-9D8A-0096F5AA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1DE39-B26D-477B-9573-A5A8E59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About, README screenshots, Release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45B30-F17A-4754-873E-A57BFB19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1C945-D4BE-474D-9B69-91A4938F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1DB6C-6755-4A4D-996B-A6581869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8ABCC-B3CE-4B49-9AE9-E3DDF8A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F1C68-95D2-4604-B32C-B6325653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Setup exe hash matches GitHub digest and SHA256SUMS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379F8-DF92-490E-8BFF-5D87E84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A07C5-BE4A-4A4C-BF9A-C66FC08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3239C-DE74-46FC-ADF1-8179C5B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12B1B-E5C3-4349-8BA9-02095CF6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91BE6-BFD7-4FF7-8BFC-EE113F4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Unit, UI, worker, Tauri build, release smoke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35DEF-43F7-4372-BBC5-A489D16D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F0DEC-FD9A-4002-8FDB-1462685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CDDFA-55D0-431F-B591-6213B9E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B2A9C-8681-48FF-A684-7ABC374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Install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F830F-2043-4AEA-BE94-7B08CF3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winget/ARP shows Anki Card Generator 0.9.4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87080-5B45-4C09-BE18-1E52371F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4DEB4-84C6-49A4-9B6E-F26CA66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148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8095A-352D-4E52-B218-AC3043D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3BE00-9865-44A8-92DB-0E32E46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CDP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DE9E4-57F5-46C4-9BBC-7844CE0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Installed WebView2 did not expose debug 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94ADE-3465-4038-A0DE-7BDE223D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620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821F3-014A-474A-AD92-240A0E12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6207"/>
                </a:solidFill>
              </a:defRPr>
            </a:pPr>
            <a:r>
              <a:rPr sz="1275" b="1">
                <a:solidFill>
                  <a:srgbClr val="A16207"/>
                </a:solidFill>
              </a:rPr>
              <a:t>LIMITED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C7308-A3F2-441F-B1AB-BE19EC3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C91A6F-3E54-4A62-9C36-42E6580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8664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A7745-4F1A-49A1-BA54-AA9D726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034BD-CCDD-4A4C-A1CD-2843D75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What Users See on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BBC5B-81D8-4901-889B-67357EE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976F9-AA21-4806-9D74-DBC5D70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9DD13-3E9B-4C55-B79C-7AB80E3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335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Windows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7DFFD-6FFF-44B6-B9AE-0D801ED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Release assets are Windows installer, MSI, and portable zip.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6E53A-875C-4553-B481-D9576343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E93E-6794-43D5-9AF3-6E849DD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34D58-79CD-42C8-AF99-32C27F59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335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Clear checksum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87457-48D4-408D-818B-C2DD188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SHA256SUMS lets users verify downloaded files.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B3DB5-B647-41D7-A0F6-4524B23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5FE4C-7F4F-4DCA-9C2A-F14D26A9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C07CC-D97C-4C71-A34C-6E55DC0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335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Screenshots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6B886-49C2-4669-97EC-2866FC1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README shows workspace, settings, workflow, and Anki cards.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42E3C-641D-412C-8913-98C3612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C7A3B-6403-483B-837B-FE763003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Recommended README addition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F1D61-0B9B-4DC5-AE08-231146F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Add a 'Choose your build' block: Windows users download current Release; macOS/Linux users follow Browser + Local Helper roadmap.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847F6-7CB6-4045-BDD0-AC4E7798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2F0FC-445C-4F99-9F64-8F51A9FD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0148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24AC4-6D8F-4243-8905-D592F5B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37CEB-39EA-4DE4-A8AA-2FCD3B1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Core Capability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FB92E-CCC8-46DC-8818-8DC1FD5B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2D20F-B27D-4C3B-9974-2D55413B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B1ADC-94A2-4C7C-8258-CACEE5C9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Local video + SRT or video link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5451B-C9B5-464D-A4D4-B502D26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06562-8673-427F-9928-8B2E8B28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F7329-6C2D-4A2C-B316-1D02DB2A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AI learning points and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0425E-4369-48C9-8DDC-A4F2C65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7E118-9848-4CFD-B092-ECD52E7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CC70D-4330-4476-A5EE-C99675E5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User selects what becomes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7AE91-601C-4187-ACB4-2BBDB989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BE3D5-B659-4EB2-A5E8-B2A60BD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F4EA1-FE6B-4F39-AF3B-2A4D31E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Video, audio, TTS, explanations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26531-E017-4237-A4DE-656082CB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FF067-3B1E-4611-9232-F018B6C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64669-6790-4BE8-B99C-CE9C826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480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APKG fields and media integrity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12533-BE71-4917-99F2-E12E99A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803D"/>
                </a:solidFill>
              </a:defRPr>
            </a:pPr>
            <a:r>
              <a:rPr sz="1650" b="1">
                <a:solidFill>
                  <a:srgbClr val="15803D"/>
                </a:solidFill>
              </a:rPr>
              <a:t>Validated by worker tests, Playwright UI smoke, Tauri release build, and APKG smoke verification.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ADFEC-A02B-4DAA-BAB9-38326DB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77E96-F071-491B-8FD2-E85657F2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4612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6F5BF-CC12-464B-9659-1D0EF3E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A5577-D6DC-4412-BD59-DD13608C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Screenshots Tell the User Story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61cbb8d8840cb"/>
          <a:stretch xmlns:a="http://schemas.openxmlformats.org/drawingml/2006/main"/>
        </p:blipFill>
        <p:spPr>
          <a:xfrm xmlns:a="http://schemas.openxmlformats.org/drawingml/2006/main">
            <a:off x="772287" y="1619250"/>
            <a:ext cx="3236976" cy="22479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c79c1e0f44355"/>
          <a:stretch xmlns:a="http://schemas.openxmlformats.org/drawingml/2006/main"/>
        </p:blipFill>
        <p:spPr>
          <a:xfrm xmlns:a="http://schemas.openxmlformats.org/drawingml/2006/main">
            <a:off x="4487037" y="1619250"/>
            <a:ext cx="3236976" cy="22479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b7939a9254511"/>
          <a:stretch xmlns:a="http://schemas.openxmlformats.org/drawingml/2006/main"/>
        </p:blipFill>
        <p:spPr>
          <a:xfrm xmlns:a="http://schemas.openxmlformats.org/drawingml/2006/main">
            <a:off x="8201787" y="1619250"/>
            <a:ext cx="3236976" cy="22479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49362-288C-4C80-A1A6-560D81FC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Public docs already show the full user journey: workspace, generation, settings, TTS, local environment, and final Anki cards.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8C404-B798-47A7-A4C8-4F50DA93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3B3F2-2965-414F-99A5-AB03CDC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5308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0833A-9B6E-4C0C-8985-42EFEBB4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9FE11-EC78-4F8A-81A9-393D216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Release Smoke Evidence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28bd138004ee4"/>
          <a:stretch xmlns:a="http://schemas.openxmlformats.org/drawingml/2006/main"/>
        </p:blipFill>
        <p:spPr>
          <a:xfrm xmlns:a="http://schemas.openxmlformats.org/drawingml/2006/main">
            <a:off x="7718534" y="1619250"/>
            <a:ext cx="2565181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1AF5A-2EBA-4013-8247-7BEFF90C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1F9CF-E4B5-402A-B9D0-2FE3398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E6658-EDE6-4CD3-916B-1C89C6F7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npm.cmd run smoke:release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6170D-B130-4FA4-9B4A-EECAA786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4FECA-1738-41BC-A8EC-0851FFD4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66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1643-57C7-4423-ACEB-CBC6EFDB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EA288-B080-4DA6-BBDA-C2EA0EC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APKG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4F6AD-0372-4471-A160-2957C252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1 note / 1 card generated and 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6AC17-8757-4BAD-BAC3-D19F20A9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98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F9821-5397-4633-9D74-D78865E5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7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C3AAB-0C52-45B0-BADF-F6DAAA9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9B52D-D93E-45D4-9A17-317EAE87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40C58-AD52-4DD4-A983-4CDBA243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MP4, WebM, poster, source audio, TTS audio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B9B06-2198-43F7-9A30-D677C4F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50E4F-7EEB-45FD-BAB3-BDD45DC0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47885-E9B0-43F1-AF9E-1A5E99AD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971DA-CBC4-4E9F-BC46-79B167FB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436F1-BE2C-45D7-BEEF-84545B1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 missing, invalid, or unreferenced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5A5E9-1644-44DC-80EB-E59B8377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88E67-224F-4DC9-9AB7-0E3E59BC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D3E1A-4C71-4FD5-B5CB-E62EAA6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The smoke test uses synthetic media and fake cached TTS, so no real API key is exposed.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4C139-B390-4AD0-B22D-1039F20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57EC8-C18B-4056-B19C-4169D27E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620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8EC98-28FD-4CD3-AAA0-39477249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2E055-B05B-4BDB-AAEA-81D3E68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Compact UI Regression Is Covered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B162-2A2D-4B94-A668-5B950052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6505B-9E57-4BAA-8345-75B7523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655BC-B540-41AB-A972-3654391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1180 x 780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8D2C5-EFF2-4BDA-90C1-8A146D5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955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Minimum desktop size enters compact source-panel mode.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106AC-2303-4957-992C-12890FC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FB46E-5E47-49B3-B748-67A535D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96835-B8D9-4B1B-A506-6D30CD4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90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Reachable CTA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968B5-0857-4888-8DB2-799D3DC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955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Bottom action button stays visible or scroll-reachable.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4AA72-0DDB-46C3-BA65-825A4ECB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9BA4A-7AB6-46A4-A650-CB9B5A5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B531A-C8C2-4382-9C92-629B73D2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90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Batch picker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5FEB8-7892-4E49-9A03-EB90A8C2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955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Folder batch control can be reached and clicked.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2FD9C-FB53-4591-80A6-CD211FD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D07A0-D9F4-4E90-9AC0-A0E11A1F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Important nuance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3E5FA-4144-4327-8DFD-288A8540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91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Installed WebView2 did not allow CDP automation, so installed-window screenshot is limited. The layout behavior itself is covered by Playwright UI smoke.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33091-F9FF-4446-9AE4-DFFBD981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6B3E-9595-4990-B558-C56ED48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2426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8A6C7-B4E2-45EE-AD95-D55C0D1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46E41-3FAC-4FFE-8C96-808E48F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Browser + Local Helper Must Be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D6BF-9ACD-439F-A7A6-D1BFDCA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847E1-EE6A-4BB8-B63C-FAA05B5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14BE-ED93-474E-96A9-A3C5B38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43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Windows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74D0E-8EC0-4EB8-A4C9-2DF0939B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Tauri app owns current shipped product and native worker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9691A-2F67-4A8C-A757-3A22C0C4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BD359-735F-4235-9597-B8BC01E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71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F843B-4617-4142-939F-73B9C55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43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Browser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1F225-7614-4898-B45D-4F6E9423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479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Static UI, project flow, settings, and localhost helper calls.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8A48C-2DA2-4E01-992D-15FFD2E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C815C-F871-40B3-80A2-D690CDA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BD1E2-8A0C-42CC-B71F-E65FDA49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43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Local helper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46F7B-886C-4D21-B6E3-0B28999D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479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Files, ffmpeg, APKG export, AnkiConnect, cache, verify.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8C784-51B1-41E8-A903-98DD3BF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Shared packages should stay narrow: types, card schema, and UI tokens 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A4812-008F-423D-9845-36E5DEE0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7FC2C-5C16-473B-89E8-617080A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9341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D7E4E-B001-41D8-A991-7DF337E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B7416-3B8E-4416-BA9C-D50E1F2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Tools and Plugins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AD12F-BED0-48E3-A4D8-F9294B51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B52B6-7F8D-4A27-B2C9-D94B4776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GitHub / gh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943D-0C04-441D-86E0-5DA9F48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Release, assets, README, tags, digest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E5448-E339-4641-AC1D-B9B6B8CD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97A50-0E59-4313-9AA9-3C8392C1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Playwright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50B9A-0C6C-4162-8117-DB1F8B1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UI smoke and minimum-size reachability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C4161-CB24-4841-9CEA-78B8FBC3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5E746-FFD2-4D66-960E-1F0D0B8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09C7C-40DE-4387-839B-530F1F4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Word report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949DA-11A2-40F9-B09E-7C3CA8A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5533D-420C-44B4-A40F-77AEF505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presentations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1174B-F663-4707-9920-E0C9A44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Editable PowerPoint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CCDED-03F5-4177-AD93-94B4BA2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0AC38-AF79-4963-9499-BCE6302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PowerShell / winget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2FCFB-10A7-4BF2-AF53-D19A14D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Install, process, hash, smoke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B4C6D-7858-41BD-A39D-31D1785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424A7-06F0-448C-A620-2A37503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Secret 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170EC-F7E2-4EF3-967E-14F8D54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API key and artifact boundary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A8DB3-47D7-4EBE-90B7-FEC624EF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33999-A355-4465-9115-185CA2B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7362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87482-E534-426F-9765-0F0E13B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ANKI CARD GENERATOR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7D1F4-0CCA-4CB0-A7F8-90B0E1B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Next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743B3-60D8-43AC-B5B7-FB3D85A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</a:defRPr>
            </a:pPr>
            <a:r>
              <a:rPr sz="1800" b="0">
                <a:solidFill>
                  <a:srgbClr val="0B2545"/>
                </a:solidFill>
              </a:rPr>
              <a:t>1. Publish clearer product routing: Windows Desktop now, Browser + Helper roadmap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AEBEB-6A02-4ED7-B0C2-E207AF8A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</a:defRPr>
            </a:pPr>
            <a:r>
              <a:rPr sz="1800" b="0">
                <a:solidFill>
                  <a:srgbClr val="0B2545"/>
                </a:solidFill>
              </a:rPr>
              <a:t>2. Keep browser-web and local-helper in separate folders with explicit READMEs.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D4B1A-65F2-4ADE-8F14-066D9D2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</a:defRPr>
            </a:pPr>
            <a:r>
              <a:rPr sz="1800" b="0">
                <a:solidFill>
                  <a:srgbClr val="0B2545"/>
                </a:solidFill>
              </a:rPr>
              <a:t>3. Define localhost helper API: health, settings, project, media, generate, export, verify.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244B8-71F0-4A71-85D9-0A7A8D0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4. Never upload API keys, APKGs, video/audio artifacts, test_runs, target, node_modules, or local caches.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C460-8C8E-4806-ACC6-04795F9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876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43086-E4F4-4049-AD28-0E82C8D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The beta is useful now; the next leap is clean product separation.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1250-9C88-4FCD-BC5B-79D971B0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v0.9.4-beta | Windows desktop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79464-0C57-448C-8043-9BE7E8E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5183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2026-06-24T08:24:10.9290000Z</dcterms:created>
  <dcterms:modified xsi:type="dcterms:W3CDTF">2026-06-24T08:24:10.9300000Z</dcterms:modified>
</coreProperties>
</file>