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2c8826e0284170" /><Relationship Type="http://schemas.openxmlformats.org/officeDocument/2006/relationships/extended-properties" Target="/docProps/app.xml" Id="Rc41a646b313a487d" /><Relationship Type="http://schemas.openxmlformats.org/officeDocument/2006/relationships/officeDocument" Target="/ppt/presentation.xml" Id="R57b4a868e10240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5a254a7736472a"/>
  </p:sldMasterIdLst>
  <p:notesMasterIdLst>
    <p:notesMasterId xmlns:r="http://schemas.openxmlformats.org/officeDocument/2006/relationships" r:id="R061cb3828f3b47c0"/>
  </p:notesMasterIdLst>
  <p:sldIdLst>
    <p:sldId xmlns:r="http://schemas.openxmlformats.org/officeDocument/2006/relationships" id="256" r:id="R82dee5f850004f52"/>
    <p:sldId xmlns:r="http://schemas.openxmlformats.org/officeDocument/2006/relationships" id="257" r:id="R707edd9421144bc6"/>
    <p:sldId xmlns:r="http://schemas.openxmlformats.org/officeDocument/2006/relationships" id="258" r:id="R45092c9374bb4912"/>
    <p:sldId xmlns:r="http://schemas.openxmlformats.org/officeDocument/2006/relationships" id="259" r:id="R560ded5cd972493f"/>
    <p:sldId xmlns:r="http://schemas.openxmlformats.org/officeDocument/2006/relationships" id="260" r:id="R796326e5108b4eaa"/>
    <p:sldId xmlns:r="http://schemas.openxmlformats.org/officeDocument/2006/relationships" id="261" r:id="R09f4460857d34c4a"/>
    <p:sldId xmlns:r="http://schemas.openxmlformats.org/officeDocument/2006/relationships" id="262" r:id="R8dbd71c5e9644a64"/>
    <p:sldId xmlns:r="http://schemas.openxmlformats.org/officeDocument/2006/relationships" id="263" r:id="Ra128504275fb41ec"/>
    <p:sldId xmlns:r="http://schemas.openxmlformats.org/officeDocument/2006/relationships" id="264" r:id="R0154eb4123a74ad4"/>
    <p:sldId xmlns:r="http://schemas.openxmlformats.org/officeDocument/2006/relationships" id="265" r:id="Re32f6b5a0ce04d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7945af85524b80" /><Relationship Type="http://schemas.openxmlformats.org/officeDocument/2006/relationships/slideMaster" Target="/ppt/slideMasters/slideMaster1.xml" Id="R605a254a7736472a" /><Relationship Type="http://schemas.openxmlformats.org/officeDocument/2006/relationships/notesMaster" Target="/ppt/notesMasters/notesMaster1.xml" Id="R061cb3828f3b47c0" /><Relationship Type="http://schemas.openxmlformats.org/officeDocument/2006/relationships/presProps" Target="/ppt/presProps.xml" Id="Rabd57282b0f24c56" /><Relationship Type="http://schemas.openxmlformats.org/officeDocument/2006/relationships/tableStyles" Target="/ppt/tableStyles.xml" Id="R3ed8e93e96584044" /><Relationship Type="http://schemas.openxmlformats.org/officeDocument/2006/relationships/slide" Target="/ppt/slides/slide1.xml" Id="R82dee5f850004f52" /><Relationship Type="http://schemas.openxmlformats.org/officeDocument/2006/relationships/slide" Target="/ppt/slides/slide2.xml" Id="R707edd9421144bc6" /><Relationship Type="http://schemas.openxmlformats.org/officeDocument/2006/relationships/slide" Target="/ppt/slides/slide3.xml" Id="R45092c9374bb4912" /><Relationship Type="http://schemas.openxmlformats.org/officeDocument/2006/relationships/slide" Target="/ppt/slides/slide4.xml" Id="R560ded5cd972493f" /><Relationship Type="http://schemas.openxmlformats.org/officeDocument/2006/relationships/slide" Target="/ppt/slides/slide5.xml" Id="R796326e5108b4eaa" /><Relationship Type="http://schemas.openxmlformats.org/officeDocument/2006/relationships/slide" Target="/ppt/slides/slide6.xml" Id="R09f4460857d34c4a" /><Relationship Type="http://schemas.openxmlformats.org/officeDocument/2006/relationships/slide" Target="/ppt/slides/slide7.xml" Id="R8dbd71c5e9644a64" /><Relationship Type="http://schemas.openxmlformats.org/officeDocument/2006/relationships/slide" Target="/ppt/slides/slide8.xml" Id="Ra128504275fb41ec" /><Relationship Type="http://schemas.openxmlformats.org/officeDocument/2006/relationships/slide" Target="/ppt/slides/slide9.xml" Id="R0154eb4123a74ad4" /><Relationship Type="http://schemas.openxmlformats.org/officeDocument/2006/relationships/slide" Target="/ppt/slides/slide10.xml" Id="Re32f6b5a0ce04d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8d147b8f4148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7ef1bb79eb4d98" /><Relationship Type="http://schemas.openxmlformats.org/officeDocument/2006/relationships/notesMaster" Target="/ppt/notesMasters/notesMaster1.xml" Id="Rec209fa1970941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144898040a41c4" /><Relationship Type="http://schemas.openxmlformats.org/officeDocument/2006/relationships/notesMaster" Target="/ppt/notesMasters/notesMaster1.xml" Id="R0b7a0a3d01af42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ad5ebc99404eba" /><Relationship Type="http://schemas.openxmlformats.org/officeDocument/2006/relationships/notesMaster" Target="/ppt/notesMasters/notesMaster1.xml" Id="R3612948801e548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0ca80dd78a4a74" /><Relationship Type="http://schemas.openxmlformats.org/officeDocument/2006/relationships/notesMaster" Target="/ppt/notesMasters/notesMaster1.xml" Id="Rd4d9ead9e09c4f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551e2fbd284793" /><Relationship Type="http://schemas.openxmlformats.org/officeDocument/2006/relationships/notesMaster" Target="/ppt/notesMasters/notesMaster1.xml" Id="Rd78bf10f719a48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022008ed0e4a7a" /><Relationship Type="http://schemas.openxmlformats.org/officeDocument/2006/relationships/notesMaster" Target="/ppt/notesMasters/notesMaster1.xml" Id="R26b397e24b714b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4f57d288804711" /><Relationship Type="http://schemas.openxmlformats.org/officeDocument/2006/relationships/notesMaster" Target="/ppt/notesMasters/notesMaster1.xml" Id="Radf18a90e31b4c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db380a9c42428e" /><Relationship Type="http://schemas.openxmlformats.org/officeDocument/2006/relationships/notesMaster" Target="/ppt/notesMasters/notesMaster1.xml" Id="Rb2514754e46e4d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aa2931ee7f4b55" /><Relationship Type="http://schemas.openxmlformats.org/officeDocument/2006/relationships/notesMaster" Target="/ppt/notesMasters/notesMaster1.xml" Id="Ra7ad562174df41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bf1f93288941bc" /><Relationship Type="http://schemas.openxmlformats.org/officeDocument/2006/relationships/notesMaster" Target="/ppt/notesMasters/notesMaster1.xml" Id="Re168144a508a48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10c2053504c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2810378759482d" /><Relationship Type="http://schemas.openxmlformats.org/officeDocument/2006/relationships/slideLayout" Target="/ppt/slideLayouts/slideLayout1.xml" Id="R64bb002bb8ae42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bb002bb8ae42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be6afb3b24f91" /><Relationship Type="http://schemas.openxmlformats.org/officeDocument/2006/relationships/notesSlide" Target="/ppt/notesSlides/notesSlide1.xml" Id="R146cd1383c7a42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0c101fe1c4281" /><Relationship Type="http://schemas.openxmlformats.org/officeDocument/2006/relationships/image" Target="/ppt/media/image.png" Id="R108677f302144830" /><Relationship Type="http://schemas.openxmlformats.org/officeDocument/2006/relationships/notesSlide" Target="/ppt/notesSlides/notesSlide2.xml" Id="R8e4d138fa34c43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4e28002f3456c" /><Relationship Type="http://schemas.openxmlformats.org/officeDocument/2006/relationships/notesSlide" Target="/ppt/notesSlides/notesSlide3.xml" Id="Raf48fb0a296f4c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1813852624a7f" /><Relationship Type="http://schemas.openxmlformats.org/officeDocument/2006/relationships/image" Target="/ppt/media/image2.png" Id="Re7b439167ddf4d69" /><Relationship Type="http://schemas.openxmlformats.org/officeDocument/2006/relationships/image" Target="/ppt/media/image3.png" Id="R6410da8fa6044da1" /><Relationship Type="http://schemas.openxmlformats.org/officeDocument/2006/relationships/notesSlide" Target="/ppt/notesSlides/notesSlide4.xml" Id="Rcaa7142dcc4446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09a53c30b4178" /><Relationship Type="http://schemas.openxmlformats.org/officeDocument/2006/relationships/image" Target="/ppt/media/image4.png" Id="R10a873a764a2429a" /><Relationship Type="http://schemas.openxmlformats.org/officeDocument/2006/relationships/image" Target="/ppt/media/image5.png" Id="R2024ad8e27534eca" /><Relationship Type="http://schemas.openxmlformats.org/officeDocument/2006/relationships/notesSlide" Target="/ppt/notesSlides/notesSlide5.xml" Id="R9c455bf53b4841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cf448c64a4175" /><Relationship Type="http://schemas.openxmlformats.org/officeDocument/2006/relationships/notesSlide" Target="/ppt/notesSlides/notesSlide6.xml" Id="Ra9d8da9ea3ef4d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a748fc4d548ea" /><Relationship Type="http://schemas.openxmlformats.org/officeDocument/2006/relationships/notesSlide" Target="/ppt/notesSlides/notesSlide7.xml" Id="Rc401bf2e51e849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11280ff364039" /><Relationship Type="http://schemas.openxmlformats.org/officeDocument/2006/relationships/image" Target="/ppt/media/image.jpeg" Id="R661d26bec47146e3" /><Relationship Type="http://schemas.openxmlformats.org/officeDocument/2006/relationships/notesSlide" Target="/ppt/notesSlides/notesSlide8.xml" Id="R6dec6aa2256c4b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0582858624cfd" /><Relationship Type="http://schemas.openxmlformats.org/officeDocument/2006/relationships/notesSlide" Target="/ppt/notesSlides/notesSlide9.xml" Id="R840a409fb6a547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9712e46f84ff4" /><Relationship Type="http://schemas.openxmlformats.org/officeDocument/2006/relationships/notesSlide" Target="/ppt/notesSlides/notesSlide10.xml" Id="Rce0e34f5448f48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C236E0-615F-49CE-A717-5B3A54BE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Anki 卡片生成器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99501-8F06-4D4A-A636-702CA895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v0.9.11-beta 使用说明与发布验收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E1A37-654C-426D-BD90-4C7B2342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Windows 桌面端 · 从字幕筛选学习点 · 生成统一学习卡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DFB37-A561-4C63-B7DE-06E7D1FB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09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23568-ABF8-4A62-880A-9189E610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D78"/>
                </a:solidFill>
              </a:defRPr>
            </a:pPr>
            <a:r>
              <a:rPr sz="1875" b="1">
                <a:solidFill>
                  <a:srgbClr val="1F4D78"/>
                </a:solidFill>
              </a:rPr>
              <a:t>产品原则：用户侧只有一种卡，叫“学习卡”。系统内部标签只用于筛选和解释，不再暴露成多套相似卡型。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94508-0A42-4A43-9505-EC2FE443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Anki 卡片生成器 v0.9.11-beta / 1</a:t>
            </a:r>
          </a:p>
        </p:txBody>
      </p:sp>
    </p:spTree>
    <p:extLst>
      <p:ext uri="{BB962C8B-B14F-4D97-AF65-F5344CB8AC3E}">
        <p14:creationId xmlns:p14="http://schemas.microsoft.com/office/powerpoint/2010/main" val="137884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A4B3A1-61B4-4024-AF39-9559B24A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1. 它解决什么问题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B3D80-5A1B-4405-8A10-1EDBAAEE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239EA-BECA-467A-97AD-0C6CB166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D78"/>
                </a:solidFill>
              </a:defRPr>
            </a:pPr>
            <a:r>
              <a:rPr sz="1950" b="1">
                <a:solidFill>
                  <a:srgbClr val="1F4D78"/>
                </a:solidFill>
              </a:rPr>
              <a:t>把真实视频和字幕变成可复习、可听、可看、可导入 Anki 的学习卡。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0D579-6E2C-459C-B399-FCD51814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本地视频 + SRT/VTT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YouTube / 公开视频链接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AI 抽取值得学的学习点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审核后导出 APKG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可通过 AnkiConnect 核验媒体和字段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677f302144830"/>
          <a:stretch xmlns:a="http://schemas.openxmlformats.org/drawingml/2006/main"/>
        </p:blipFill>
        <p:spPr>
          <a:xfrm xmlns:a="http://schemas.openxmlformats.org/drawingml/2006/main">
            <a:off x="6103620" y="1524000"/>
            <a:ext cx="493776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C688D-F8D1-4E42-9D83-CD1ED9D2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Anki 卡片生成器 v0.9.11-beta / 2</a:t>
            </a:r>
          </a:p>
        </p:txBody>
      </p:sp>
    </p:spTree>
    <p:extLst>
      <p:ext uri="{BB962C8B-B14F-4D97-AF65-F5344CB8AC3E}">
        <p14:creationId xmlns:p14="http://schemas.microsoft.com/office/powerpoint/2010/main" val="866835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4DE3AB-580B-47E2-8CDE-70A954CB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2. 安装方式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8AA2D-6EEA-49A0-8A42-08A9EFF9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8A0F4-0585-4E50-9B26-497C3252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D78"/>
                </a:solidFill>
              </a:defRPr>
            </a:pPr>
            <a:r>
              <a:rPr sz="2025" b="1">
                <a:solidFill>
                  <a:srgbClr val="1F4D78"/>
                </a:solidFill>
              </a:rPr>
              <a:t>交付文件夹只保留当前版本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1CF1F-9C7E-48A2-A065-89DACDDC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安装程序 exe：推荐普通用户使用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MSI：适合公司或受控环境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便携版 zip：适合临时体验或免安装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SHA256：用于校验安装包完整性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04424-77D4-4CB5-B714-C29B6629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4000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269C5-A77B-4B39-9FF0-164B1E08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1930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D78"/>
                </a:solidFill>
              </a:defRPr>
            </a:pPr>
            <a:r>
              <a:rPr sz="2025" b="1">
                <a:solidFill>
                  <a:srgbClr val="1F4D78"/>
                </a:solidFill>
              </a:rPr>
              <a:t>正式安装包普通启动只显示桌面 UI，不应该额外弹出黑色终端窗口。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AD5D4-E913-4070-BFCB-86C519BA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147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如果看到黑色窗口，先确认不是旧版、开发调试入口或源码 dev 命令。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15D9D-9951-4C25-B664-B049D048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Anki 卡片生成器 v0.9.11-beta / 3</a:t>
            </a:r>
          </a:p>
        </p:txBody>
      </p:sp>
    </p:spTree>
    <p:extLst>
      <p:ext uri="{BB962C8B-B14F-4D97-AF65-F5344CB8AC3E}">
        <p14:creationId xmlns:p14="http://schemas.microsoft.com/office/powerpoint/2010/main" val="1502304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E4915F-73DD-46C9-A328-DE9DCAE2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3. 设置：环境、模型、TTS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9021F-39B5-4F51-9CE7-51D95951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6BE39-E306-4140-A030-B49CE0F3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D78"/>
                </a:solidFill>
              </a:defRPr>
            </a:pPr>
            <a:r>
              <a:rPr sz="1875" b="1">
                <a:solidFill>
                  <a:srgbClr val="1F4D78"/>
                </a:solidFill>
              </a:rPr>
              <a:t>第一次使用先检查本地环境，再分别测试模型 API 和 TTS。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E66D2-D092-4E31-A043-ECD831B6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Vertex 使用本机 gcloud OAuth；OpenAI-compatible 服务需要 Base URL、Model 和 API Key。TTS 失败不会静默导出残缺 APKG。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439167ddf4d69"/>
          <a:stretch xmlns:a="http://schemas.openxmlformats.org/drawingml/2006/main"/>
        </p:blipFill>
        <p:spPr>
          <a:xfrm xmlns:a="http://schemas.openxmlformats.org/drawingml/2006/main">
            <a:off x="1085850" y="2905125"/>
            <a:ext cx="4114800" cy="28575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0da8fa6044da1"/>
          <a:stretch xmlns:a="http://schemas.openxmlformats.org/drawingml/2006/main"/>
        </p:blipFill>
        <p:spPr>
          <a:xfrm xmlns:a="http://schemas.openxmlformats.org/drawingml/2006/main">
            <a:off x="6896100" y="2905125"/>
            <a:ext cx="41148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3B5F7-2FE0-47E7-A78D-4758685E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Anki 卡片生成器 v0.9.11-beta / 4</a:t>
            </a:r>
          </a:p>
        </p:txBody>
      </p:sp>
    </p:spTree>
    <p:extLst>
      <p:ext uri="{BB962C8B-B14F-4D97-AF65-F5344CB8AC3E}">
        <p14:creationId xmlns:p14="http://schemas.microsoft.com/office/powerpoint/2010/main" val="842250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A81934-AE0F-4FFB-BFE0-A163E7BF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4. 制卡流程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0442B-2472-4475-86F1-C3A5A9BA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39910-26E8-4749-B68F-2F6CDFEE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4D78"/>
                </a:solidFill>
              </a:defRPr>
            </a:pPr>
            <a:r>
              <a:rPr sz="2100" b="1">
                <a:solidFill>
                  <a:srgbClr val="1F4D78"/>
                </a:solidFill>
              </a:rPr>
              <a:t>选择素材 → 抽取学习点 → 全选可制卡项 → 生成学习卡 → 全选可导出 → 导出 APKG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873a764a2429a"/>
          <a:stretch xmlns:a="http://schemas.openxmlformats.org/drawingml/2006/main"/>
        </p:blipFill>
        <p:spPr>
          <a:xfrm xmlns:a="http://schemas.openxmlformats.org/drawingml/2006/main">
            <a:off x="929640" y="2381250"/>
            <a:ext cx="4389120" cy="3048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4ad8e27534eca"/>
          <a:stretch xmlns:a="http://schemas.openxmlformats.org/drawingml/2006/main"/>
        </p:blipFill>
        <p:spPr>
          <a:xfrm xmlns:a="http://schemas.openxmlformats.org/drawingml/2006/main">
            <a:off x="6663690" y="2381250"/>
            <a:ext cx="4389120" cy="304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C304E-B35F-4996-9BD6-6A45C605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Anki 卡片生成器 v0.9.11-beta / 5</a:t>
            </a:r>
          </a:p>
        </p:txBody>
      </p:sp>
    </p:spTree>
    <p:extLst>
      <p:ext uri="{BB962C8B-B14F-4D97-AF65-F5344CB8AC3E}">
        <p14:creationId xmlns:p14="http://schemas.microsoft.com/office/powerpoint/2010/main" val="115059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0BFC75-E8A6-42A5-AB77-EB05A56A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5. 学习点筛选逻辑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1B635-02DD-4347-9813-A3BC897C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7C2C1-E6BA-495F-A12D-ACA6B6D7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D78"/>
                </a:solidFill>
              </a:defRPr>
            </a:pPr>
            <a:r>
              <a:rPr sz="2025" b="1">
                <a:solidFill>
                  <a:srgbClr val="1F4D78"/>
                </a:solidFill>
              </a:rPr>
              <a:t>不是逐句硬切卡，而是先判断“是否值得学”。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8E3C7-71AF-4320-8CFD-B49B8A20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33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优先：可迁移词伙、搭配、短语动词、句型框架、听辨与语气风险。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降级：纯主题名、弱名词块、坏字幕、目标无法定位、泛表达。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全选可制卡项：推荐 + 候选 + 需复查但合法；排除重复折叠和不可制卡。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102DE-AED3-49E7-8B4A-9C8859E7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6B7BB-5F30-4286-8C40-926E53EA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78"/>
                </a:solidFill>
              </a:defRPr>
            </a:pPr>
            <a:r>
              <a:rPr sz="1800" b="1">
                <a:solidFill>
                  <a:srgbClr val="1F4D78"/>
                </a:solidFill>
              </a:rPr>
              <a:t>目标：让用户得到少而准、能复习、能迁移的学习点，而不是一堆大同小异的卡。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A5FE1-7178-400B-8C1C-90620712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Anki 卡片生成器 v0.9.11-beta / 6</a:t>
            </a:r>
          </a:p>
        </p:txBody>
      </p:sp>
    </p:spTree>
    <p:extLst>
      <p:ext uri="{BB962C8B-B14F-4D97-AF65-F5344CB8AC3E}">
        <p14:creationId xmlns:p14="http://schemas.microsoft.com/office/powerpoint/2010/main" val="827499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7F36BD-7B72-47B8-A2B7-B6FBFB72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6. 生成与导出一致性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63ABC-6482-4578-9C3B-5AAA7333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385DC-E0A3-4F01-A8AF-19FD5123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4D78"/>
                </a:solidFill>
              </a:defRPr>
            </a:pPr>
            <a:r>
              <a:rPr sz="2100" b="1">
                <a:solidFill>
                  <a:srgbClr val="1F4D78"/>
                </a:solidFill>
              </a:rPr>
              <a:t>数量必须讲清楚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84CA7-371D-43A4-9A45-8BF6D738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学习点数量：用户选择的任务数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生成卡片数量：AI + 基础补齐后的学习卡数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可导出卡片数量：通过媒体、TTS、字段和质量闸的数量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92E28-85B2-490F-8A8B-4BD0DCE6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0200"/>
            <a:ext cx="3714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9812B-A1D4-4C36-85EA-A7C1BF51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4D78"/>
                </a:solidFill>
              </a:defRPr>
            </a:pPr>
            <a:r>
              <a:rPr sz="1725" b="1">
                <a:solidFill>
                  <a:srgbClr val="1F4D78"/>
                </a:solidFill>
              </a:rPr>
              <a:t>如果 N 个学习点只有 K 张可导出，导出前必须给出：继续导出 K 张、重试失败项、返回学习点调整。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559EF-C824-4DD0-9445-6DBBFF80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Anki 卡片生成器 v0.9.11-beta / 7</a:t>
            </a:r>
          </a:p>
        </p:txBody>
      </p:sp>
    </p:spTree>
    <p:extLst>
      <p:ext uri="{BB962C8B-B14F-4D97-AF65-F5344CB8AC3E}">
        <p14:creationId xmlns:p14="http://schemas.microsoft.com/office/powerpoint/2010/main" val="575706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27A18A-EB89-4A82-AE28-4EE7FAE2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7. 成品卡体验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B8D53-87BF-471B-A160-A8019E50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D4A50-530A-4531-8CC2-D524F981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4D78"/>
                </a:solidFill>
              </a:defRPr>
            </a:pPr>
            <a:r>
              <a:rPr sz="2100" b="1">
                <a:solidFill>
                  <a:srgbClr val="1F4D78"/>
                </a:solidFill>
              </a:rPr>
              <a:t>正面服务复读，反面服务理解和迁移。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5DECB-A3AB-4D9F-B51B-5FF2F663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正面：英文原句、视频片段、原声、整句 TTS、表达 TTS。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反面：目标表达、中文解释、语境义、用法提醒、听辨或语气提示。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d26bec47146e3"/>
          <a:stretch xmlns:a="http://schemas.openxmlformats.org/drawingml/2006/main"/>
        </p:blipFill>
        <p:spPr>
          <a:xfrm xmlns:a="http://schemas.openxmlformats.org/drawingml/2006/main">
            <a:off x="6111923" y="1476375"/>
            <a:ext cx="4349655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26816-1EBC-4127-B721-E8D78142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Anki 卡片生成器 v0.9.11-beta / 8</a:t>
            </a:r>
          </a:p>
        </p:txBody>
      </p:sp>
    </p:spTree>
    <p:extLst>
      <p:ext uri="{BB962C8B-B14F-4D97-AF65-F5344CB8AC3E}">
        <p14:creationId xmlns:p14="http://schemas.microsoft.com/office/powerpoint/2010/main" val="1745247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60AF9E-4C8E-44FD-A541-D1ED6D26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8. 隐私、版权、API 注意事项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8E94A-D74D-421E-9DBD-D854F97C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24AB0-09E4-4E39-98E0-431BC207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D78"/>
                </a:solidFill>
              </a:defRPr>
            </a:pPr>
            <a:r>
              <a:rPr sz="1950" b="1">
                <a:solidFill>
                  <a:srgbClr val="1F4D78"/>
                </a:solidFill>
              </a:rPr>
              <a:t>不要把 API Key、OAuth token、私有视频、字幕、APKG、缓存或日志上传到 GitHub。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EE6E1-3196-40B4-B7E3-B1C92C7E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模型和 TTS 会把必要文本发送给你配置的服务商。第三方视频、字幕、原声和合成音频默认只建议个人学习使用；公开分享 deck 前请确认授权。卸载程序本体不会删除 AppData、API Key 或 Anki 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A0D21-AF97-44D8-B824-3EF343A8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Anki 卡片生成器 v0.9.11-beta / 9</a:t>
            </a:r>
          </a:p>
        </p:txBody>
      </p:sp>
    </p:spTree>
    <p:extLst>
      <p:ext uri="{BB962C8B-B14F-4D97-AF65-F5344CB8AC3E}">
        <p14:creationId xmlns:p14="http://schemas.microsoft.com/office/powerpoint/2010/main" val="8569970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D5FA5-E916-468E-89D1-53E33523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9. 本版验收结果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749AD-7076-4448-B470-CE905F89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9B7D4-18D4-431D-B138-922B69D8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4D78"/>
                </a:solidFill>
              </a:defRPr>
            </a:pPr>
            <a:r>
              <a:rPr sz="2175" b="1">
                <a:solidFill>
                  <a:srgbClr val="1F4D78"/>
                </a:solidFill>
              </a:rPr>
              <a:t>已通过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94E44-D05F-45BD-ABA3-37CCA88D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334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check:versions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lint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前端单测：62 文件 / 468 测试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worker 单测：447 测试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UI smoke：3 场景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build + cargo check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release smoke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NSIS / MSI / portable / SHA256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47450-BF27-45DC-89FE-DDE90FF3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3714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A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B54FB-24BE-4384-9C18-121DF906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D78"/>
                </a:solidFill>
              </a:defRPr>
            </a:pPr>
            <a:r>
              <a:rPr sz="1950" b="1">
                <a:solidFill>
                  <a:srgbClr val="1F4D78"/>
                </a:solidFill>
              </a:rPr>
              <a:t>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B99A4-C418-4044-818F-199CB82D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用桌面交付文件夹里的安装包做你的最终权限和真实素材验收。通过后再推送 GitHub Release。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B3017-8F01-4BFE-808D-A7DE2011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Anki 卡片生成器 v0.9.11-beta / 10</a:t>
            </a:r>
          </a:p>
        </p:txBody>
      </p:sp>
    </p:spTree>
    <p:extLst>
      <p:ext uri="{BB962C8B-B14F-4D97-AF65-F5344CB8AC3E}">
        <p14:creationId xmlns:p14="http://schemas.microsoft.com/office/powerpoint/2010/main" val="1894017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2026-06-27T08:52:47.8810000Z</dcterms:created>
  <dcterms:modified xsi:type="dcterms:W3CDTF">2026-06-27T08:52:47.8810000Z</dcterms:modified>
</coreProperties>
</file>